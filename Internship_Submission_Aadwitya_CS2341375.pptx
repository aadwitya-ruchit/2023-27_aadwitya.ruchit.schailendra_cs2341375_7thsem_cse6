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Innovation Strategy, Prototype Design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Performance Optimization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AI-Enabled Electronics &amp; Hardware Applications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434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Aadwitya Ruchit Shailendra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CS2341375  •  B.Tech CSE  •  IILM University, Greater Noida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 — YuvaIntern.com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6537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&amp; Organization Overview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311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duration, and the platform behind the program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34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9981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chosen and what the project set out to achieve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0273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Four-Week Methodology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6849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Prototype → Data Blueprint → Evaluation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714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3717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proposed AI solution is structured end to end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34009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Key Learnings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70585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delivered and what comes next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&amp; Organization Profile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is a virtual internship platform operating under the Henry Harvin group, delivered in association with the National Skill Development Corporation (NSDC). The program pairs mentorship-driven learning with real-world, project-based tasks — designed for students with no prior professional AI experience to build foundational, employable skills.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Innovation Intern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(Remote)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Affiliation: </a:t>
            </a:r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Harvin × NSDC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78040" y="180136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69164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structured deliverables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292608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78040" y="303580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9260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DOC-based project milestones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41605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0" y="42702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41605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mentor-guided delivery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hardware systems generate continuous streams of operational data — sensor readings, usage logs, and performance metrics — yet faults are often identified only after they occur. This project explores how AI-based anomaly detection and predictive analytics can enable early fault detection and improve hardware reliability, using open tools and datasets at a prototype scale.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767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current AI trends for fault detection &amp; predictive maintenance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33425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phased short / mid / long-term innovation roadmap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4748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90118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prototype architecture with model selection &amp; workflow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61441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4681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data + implementation blueprint and evaluation framework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Four-Week, Phase-Based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423160"/>
            <a:ext cx="86410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&amp; Roadmap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AI-trend analysis, phased roadmap, risk &amp; ethics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54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Design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749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architecture, model selection, workflow &amp; hypothesis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154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Blueprint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749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sourcing, preprocessing, system/data-flow implementation 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3154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Optimization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749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bottleneck analysis, iterative optimization strategy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Innovation Strategy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172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week produced an executive summary framing the predictive-maintenance challenge, followed by an analysis of current AI trends — machine learning and, where relevant, NLP for log analysis — and their fit to the problem.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roadmap was designed across short-term initiatives, mid-term pilots, and long-term transformation, each with timeframes, milestones, and resources, alongside a risk assessment and a discussion of ethical and data-privacy considerations.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691640"/>
            <a:ext cx="27432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22585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28432" y="2103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rationale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303580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28432" y="2880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 &amp; technology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38130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28432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/ mid / long-term roadmap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459028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28432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ethics &amp; data privacy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Design &amp; Model Experimentation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172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roadmap, the problem was restated in technical terms and a conceptual architecture (ingestion → preprocessing → model → evaluation) was detailed.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 — decision trees for interpretable classification and neural networks for non-linear sensor patterns — were assessed for fit, with an experimental hypothesis, key variables, and a simulation plan using sample data to test whether the model can flag abnormal hardware behaviour before failure occurs.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691640"/>
            <a:ext cx="27432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22585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28432" y="2103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prototype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303580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28432" y="2880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justification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38130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28432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flowchart design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459028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28432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&amp; simulation plan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&amp; Implementation Blueprint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172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and simulated datasets suited to the prototype were identified and assessed for quality and relevance, with preprocessing steps — cleansing, normalization, and augmentation — defined.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implementation blueprint followed, covering system and data-flow architecture, the training/validation process (feature selection, tuning, testing), and how the design addresses scalability, maintainability, and security.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691640"/>
            <a:ext cx="27432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22585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28432" y="2103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identification &amp; quality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303580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28432" y="2880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38130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28432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 strategy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459028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28432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maintainability, security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4505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raw sensor / operational data from hardware sources at regular intervals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90672" y="3035808"/>
            <a:ext cx="274320" cy="23774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22860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24505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9718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Cleansing, normalization, missing-value handling &amp; feature engineering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25312" y="3035808"/>
            <a:ext cx="274320" cy="23774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2860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4505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9718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/ anomaly-detection model flags abnormal patterns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59952" y="3035808"/>
            <a:ext cx="274320" cy="23774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22860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89720" y="24505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Feedback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9718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KPIs and feeds results back for retraining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309860" y="4160520"/>
            <a:ext cx="-566928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383280" y="4297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— evaluation results inform periodic retraining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 &amp;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172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week evaluated the model's intended functionality against KPIs — accuracy, precision, recall, F1-score, and false-negative rate — chosen because a missed fault is costlier than a false alarm in this domain.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such as model drift, overfitting, and computational efficiency were analyzed, leading to an optimization strategy built on iterative testing, hyperparameter tuning, ensemble techniques, and continuous monitoring.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691640"/>
            <a:ext cx="27432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22585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28432" y="2103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evaluation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303580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28432" y="2880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analysis (drift, overfitting)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38130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28432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optimization strategy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459028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28432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plan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Key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317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AI innovation roadmap for electronics/hardware predictive maintenance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659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3317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ready-to-build AI prototype design with architecture &amp; model choice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319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97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analysis plan and technical implementation blueprint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9776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9319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297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evaluation framework with a clear optimization strategy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deliverables, the internship strengthened foundational skills in AI strategy formulation, prototype design, data analysis, and model evaluation — directly supporting a transition toward AI Engineering roles.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— YuvaIntern  |  Aadwitya Ruchit Shailendra  |  CS2341375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completed &amp; Certificate of Experience issued by YuvaIntern.com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Aadwitya Ruchit Shailendra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CS2341375  •  B.Tech CSE  •  IILM University, Greater Noida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2026-09-20T15:25:13Z</dcterms:created>
  <dcterms:modified xsi:type="dcterms:W3CDTF">2026-09-20T15:25:13Z</dcterms:modified>
</cp:coreProperties>
</file>